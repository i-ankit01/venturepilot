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pitch for ReguLynx! Today, we're excited to share how we're making compliance reporting as easy as pressing a button for small fintech startups.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challenges keep compliance officers up at night. We want to ease that burden and empower these teams to focus on their core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ReguLynx is designed to streamline and automate compliance, taking the stress out of regulatory reporting for fintech startups.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Let’s take a closer look at how ReguLynx simplifies the lives of compliance teams with these powerful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opportunity is immense. We are poised to lead the way in providing streamlined compliance solutions for fintech.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pricing is designed to empower startups without overwhelming them financially. It’s about enabling growth and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early indicators show we’re on the right path and meeting a vital need within the fintech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solutions miss the mark for small teams. ReguLynx is built from the ground up to solve their unique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growth will be achieved by targeting the right users and becoming a respected authority in compliance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just a team; it's a group of people who relate to every pain point and are committed to solving it with ReguLynx.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reflect a strong business model with significant potential for growth while keeping customer acquisition costs manageable.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need immediate funds, but we are laying the groundwork for future success. Join us on this journey of redefining compliance for fintech!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ReguLynx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</a:rPr>
              <a:t>Regulations, streamlined for your 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8F0"/>
                </a:solidFill>
              </a:rPr>
              <a:t>Imagine a world where compliance reporting is as easy as pressing a button. Meet ReguLynx, the compliance tool designed exclusively for small fintech startups.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Indian fintech startups struggle with complex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Evolving regulations complicate compliance efforts.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75% of fintech startups report compliance as their biggest bottleneck—Fintech Survey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Limited resources lead to inefficient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82% of small compliance teams feel overwhelmed by regulatory demands—Startup Compliance Report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Existing solutions require significant manual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Manual input for compliance processes increases risk of errors, according to 67% of compliance officers surveyed.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F172A"/>
                </a:solidFill>
              </a:rPr>
              <a:t>Every compliance officer in a fintech startup knows the anxiety of missing a deadline or making a costly error. We’re here to change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ReguLynx: Auto-generate tailored compliance reports effortlessly.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Automation reduces manual work significantly.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Compliance reports generated with minimal input from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Tailored compliance checklists simplify processes.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Custom checklists based on specific startup needs expedites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Guided onboarding minimizes setup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Users can set up in minutes, not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</a:rPr>
              <a:t>You send one request, and we handle the rest—compliance reports generated automatically and tailored to your startup's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Built for how fintech works — automated and user-friendly.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Automated Compliance Report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Regulatory Requirements Database ensures constant updates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Tailored Compliance Checklists for your specific regulations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29184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User-Friendly Dashboard to manage tasks easily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1152144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2E8F0"/>
                </a:solidFill>
              </a:rPr>
              <a:t>Demo Flow  →  Step 1: Define your regulatory needs.
Step 2: Click 'Generate Report' in the dashboard.
Step 3: Receive your tailored compliance report in minutes!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$13.46 billion global compliance market—growing rapidly.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$13.46 billion — Global Corporate Compliance Solutions market by 2034, source: Market Insights 2025.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17320"/>
            <a:ext cx="35661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Predicted $2 billion opportunity in fintech compliance solutions by 2030.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417320"/>
            <a:ext cx="356616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Targeting $100 million in our first 5 years.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Market Tailwinds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2452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Increase in fintech startups needing simplified compliance solutions.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001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90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Automation in compliance processes driven by advancements in AI.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755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657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Regulatory landscape complexity driving demand for scalable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Subscription-based SaaS model — affordable for startups.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ReguLynx operates on a subscription model, with tiered pricing that scales for startups based on their needs. Helping small teams access essential compliance tools without breaking the bank.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657600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Essentials: $99/month — basic compliance tools and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48840"/>
            <a:ext cx="365760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Professional: $299/month — tailored checklists &amp; advanced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14884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Enterprise: Customized pricing for larger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Unit Economics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ARPU: $600/year per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LTV:CAC: 16.25:1 — excellent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Payback period: 0.9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Strong early traction: 130 users in 12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78,000 ARR within the first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Strong engagement shows clear product-market 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Successful beta with 130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Users report 90% time saved on compliance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High customer satisfaction with a 80% retention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Users appreciate our tailored solutions and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54880"/>
            <a:ext cx="1152144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""ReguLynx transformed our compliance process; we finally have the time to focus on growth instead of paperwork!" — Alex, Compliance Officer, Fintech Startup"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Next Milestones: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989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100 paid users by Month 12  ·  Launch new automated features by Month 10  ·  Expand partnerships within key fintech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Others are good, but we are better—tailored for startups.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Auto-Remind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Freelancer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₹ Affordable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Ascent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Themis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Hyperproof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✦ 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114800"/>
            <a:ext cx="115214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1879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Our Moat:  We offer the only fully automated tool for generating compliance reports tailored to small fintech startups, filling a gap that others overlook.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Targeted outreach to build our initial user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 · 0→100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0→100 users (Months 1-3): Focus on LinkedIn outreach to compliance officers.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 · 100→1K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100→1K users (Months 4-8): Content marketing through blogs and forums to establish authority.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 · 1K→10K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8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8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1K→10K users (Months 9-12): Launch targeted paid acquisition efforts to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Primary Channels: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72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Community engagement in fintech forums  ·  Content-rich blog articles  ·  Email campaigns targeting compliance officers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1152144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⭐  North Star: 80% of compliance reports generated on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team that knows compliance inside and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Our founder has firsthand experience in fintech compliance, having navigated these challenges directly. Our team's understanding of regulatory demands ensures we’re not guessing—we’re delivering solutions that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Key Hires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931920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Growth marketer with experience in B2B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074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Customer support specialist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82896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914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Compliance consultant for ongoing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868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Advisors / Supporters:  We’re actively seeking advisors with deep knowledge in fintech regulation and compliance tech.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Path to $78K ARR by Month 12 — solid financial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$78,000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ARR · Month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130 paid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Paying Users · M12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16.25:1 LTV:CAC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LTV : CAC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Month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Break-Even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$6,500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MRR · Month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80% gross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 month runway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Runway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Raising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We expect to maintain a healthy growth trajectory, breaking even in Month 11 with a budget lean enough to achieve high margins while growing effectively. Our LTV:CAC ratio speaks to the efficiency of our spending.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12080"/>
            <a:ext cx="1152144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Assumptions:  5% conversion rate from free to paid users  ·  Monthly churn target of 5%  ·  CAC of $800 for efficient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 are raising $0 for now, focusing on organic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$0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development (50%) — $10,000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Marketing &amp; user acquisition (30%) — $6,000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Operational expenses (20%) — $4,000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6024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Buffer for unexpected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Milestones This Unlocks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Build MVP to prove product-market 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Achieve 100 active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Continue refining product based on user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03520"/>
            <a:ext cx="1152144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The fintech compliance market is poised for rapid growth, and we are the solution crafted specifically for startups. Join us in leading this charge and redefining compliance for fintech.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