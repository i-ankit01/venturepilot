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everyone, we are HarvestFlow, a new startup that brings fresh, organic produce directly from indie farmers to health-conscious urban households.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dive into the problems our target market faces every day, and why our solution is essential for their lifestyles.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directly addresses these pain points by creating a bridge between customers and local farmers.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walk you through our product and how it will benefit our users in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market opportunity is immense, with clear trends driving the growth of fresh food e-commerce. We're right at the center of this wave.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revenue model is built on predictable subscriptions, allowing us to plan effectively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we’re still in the early stages, the traction we've gained showcases how eager our audience is for a service like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we recognize that our competitors have solid offerings, our unique approach directly addresses gaps in trust and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go-to-market strategy focuses first on building trust and community, then scaling our impactful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diverse team uniquely sets us up to succeed in this mission with genuine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our financials represent a challenging start, our growth trajectory points to significant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ready to take collaborations to the next level. Together, we can make fresh, sustainable produce the norm.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HarvestFlow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59E0B"/>
                </a:solidFill>
              </a:rPr>
              <a:t>Connecting you to local harvests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2E8F0"/>
                </a:solidFill>
              </a:rPr>
              <a:t>HarvestNest delivers fresh, organic produce straight from indie farmers to your doorstep. Say goodbye to unclear quality and hello to trusted, local harvests every week!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Health-conscious urban households struggle to access fresh produce.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Lack of quality assurance in online produce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60% of urban households are dissatisfied with the freshness of grocery store produce — eMarketer 2023.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High delivery costs for perishable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Delivery fees can account for up to 30% of the total cost for fresh goods — USDA 2023.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Inconsistent availability of local and organic products.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Over 50% of consumers report disappointment in local availability during peak seasons — Food &amp; Health Survey, 2023.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F172A"/>
                </a:solidFill>
              </a:rPr>
              <a:t>Every health-conscious urbanite knows the frustration of receiving subpar produce. We're here to change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HarvestFlow: Directly connecting you to indie farmers.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Quality assurance with farm-to-door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Each box comes with visibility of the produce’s journey, guaranteeing freshness.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Transparent, low delivery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Clear pricing information ensures there are no hidden fees.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Customized produce boxes based on seasonality.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Alerts about seasonal availability empower users to make informed choices.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FFFFF"/>
                </a:solidFill>
              </a:rPr>
              <a:t>You receive a box of fresh produce with a story, and we assure it will be the best you've tasted.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Convenient, transparent, and community-focused.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Weekly Produce Subscription Box: personalized monthly selections delivered right to your door.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Farmer Profiles: know exactly where your food comes from and who grew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291840"/>
            <a:ext cx="5760720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Seasonal Produce Alerts: be the first to know what’s fresh and available this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3291840"/>
            <a:ext cx="576072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Transparent Pricing: no surprises on delivery costs or subscription fees.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486400"/>
            <a:ext cx="1152144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2E8F0"/>
                </a:solidFill>
              </a:rPr>
              <a:t>Demo Flow  →  Step 1: Sign up and select preferences _x0015_. Step 2: Choose your customization options for the weekly box _x0015_. Step 3: Receive your box, packed with fresh produce and a farmer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$600 billion fresh food e-commerce market awaits.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2011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 Addressable Market of $600 billion projected by 2033 — Statista 2023.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417320"/>
            <a:ext cx="356616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Serviceable Addressable Market of $300 billion focusing on urban households in the US — eMarketer 2024.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417320"/>
            <a:ext cx="3566160" cy="2011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52704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828800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Year 1 target of $10 million through subscription offerings.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Market Tailwinds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24528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14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Growing demand for organic produce – up by 15% YoY — Organic Trade Association 2023.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0016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9028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Advances in delivery logistics facilitating rapid fresh food distribution.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75504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06577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Increasing adoption of digital grocery shopping among urban consumers.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Subscription model — fresh produce, delivered with love.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We generate revenue through a subscription-based model, charging customers for weekly deliveries. It provides predictability in both our revenue and their access to fresh food.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48840"/>
            <a:ext cx="3657600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Basic Package — $40/month: 1 box of organic produce every week.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148840"/>
            <a:ext cx="3657600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Premium Package — $60/month: Customizable box plus seasonal specialties.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2148840"/>
            <a:ext cx="36576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Family Package — $80/month: Larger box for larger households.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709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Unit Economics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ARPU: $79/month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LTV:CAC: 0.58:1 (needs improvement)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5074920"/>
            <a:ext cx="3657600" cy="8229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512064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Payback: 20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Early momentum: 120 beta subscribers, $9480 in monthly revenue.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2704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First 100 signups within 6 weeks since beta launch.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6479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Demonstrating strong early interest.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500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Positive customer feedback on freshness and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98% rated the quality as 'excellent'.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17296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Community engagement through local farmer partnerships.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41071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Upcoming farmer events highlight our commitment.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754880"/>
            <a:ext cx="11521440" cy="1097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</a:rPr>
              <a:t>""The freshness is unmatched—it's like having my own garden in the city!" — Claire, San Francisco Beta User"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5989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Next Milestones: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9893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Launch MVP by Month 3.   ·  Acquire 500 active users by Month 6.  ·  Establish consistent supply with 10 indie farmers.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Our uniqueness sets us apart from the competition.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WhatsApp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Auto-Remind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Freelancer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3716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₹ Affordable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8745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Amazon Fresh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18745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3774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Farmbox Direct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0604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1812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5480" y="237744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8803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Misfits 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1812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55480" y="2880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383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Farm Fresh To You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4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8076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1812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55480" y="338328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3886200"/>
            <a:ext cx="228600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38862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✦ 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606040" y="388620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0604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43400" y="388620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4340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388620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8076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18120" y="388620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81812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55480" y="3886200"/>
            <a:ext cx="173736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55480" y="388620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617720"/>
            <a:ext cx="1152144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4690872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Our Moat:  We emphasize transparency, community engagement, and produce quality. Nobody else combines these elements into one seamless service.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Build community, scale with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 · 0→100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Engage 0-100 users via direct outreach in local health forums.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 · 100→1K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Expand to 100-1K users using partnerships with local businesses.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8" y="14173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 · 1K→10K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8" y="1783080"/>
            <a:ext cx="3749039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8" y="18745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Scale from 1K to 10K via content marketing and paid channels once LTV:CAC improves.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</a:rPr>
              <a:t>Primary Channels: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572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Social Media: Showcase produce stories and farmer partnerships.  ·  Community Events: Establish connections through demos and tastings.  ·  Content Marketing: Share recipes and health insights to engage audience.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20640"/>
            <a:ext cx="1152144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19379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⭐  North Star: Sustain a user retention rate above 75% after 3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A passionate team driven by purpose.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1152144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Our team comprises individuals who have lived the produce sourcing struggle. From our CEO who’s a health advocate to our CTO experienced in e-commerce, we have the right skills and empathy to solve this problem.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</a:rPr>
              <a:t>Key Hires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931920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8404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Supply Chain Specialist (to streamline sourcing and logistics)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4407408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315968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Customer Success Lead (to enhance user experience and retention)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882896"/>
            <a:ext cx="54864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91456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Marketing Strategist (focused on community outreach)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577840"/>
            <a:ext cx="11521440" cy="868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6928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Advisors / Supporters:  Looking to connect with local food industry experts for mentorship and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</a:rPr>
              <a:t>Path to profitability — break-even by Month 12.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$0 ARR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ARR · Month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27832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120 paid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Paying Users · M12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5624" y="141732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5624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0.58:1 LTV:CAC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5624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LTV : CAC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1417320"/>
            <a:ext cx="2743200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6" y="15544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Month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Break-Even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$9,480 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MRR · Month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7832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75% gross margin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7832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Gross Margin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35624" y="2953512"/>
            <a:ext cx="274320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35624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 month runway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Runway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953512"/>
            <a:ext cx="2743200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43416" y="309067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Not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3416" y="3639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Raising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</a:rPr>
              <a:t>Although still in the bootstrapped phase, we are on track for break-even by Month 12 with effective cost management and community engagement. Our current burn rate balances with our growing revenue.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212080"/>
            <a:ext cx="11521440" cy="5486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852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Assumptions:  Initial CAC at $1000, which we aim to lower as we grow.  ·  8% free-to-paid conversion rate expected to rise as features are added.  ·  Retention strategies will be implemented to counteract a 5% monthly churn.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182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4748B"/>
                </a:solidFill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 are not raising but excited to connect with local partners.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59E0B"/>
                </a:solidFill>
              </a:rPr>
              <a:t>Not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Product development (50%) — $10,000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Marketing &amp; user acquisition (30%) — $6,000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91656" y="1828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Operational expenses (20%) — $4,000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36024" y="1828800"/>
            <a:ext cx="27432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7464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Miscellaneous costs — $2,000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</a:rPr>
              <a:t>Milestones This Unlocks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947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Launch the functional MVP within 3 months.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434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519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Expand to 100 active users by Month 6.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Achieve operational efficiency towards sustainable growth.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03520"/>
            <a:ext cx="11521440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FFFFFF"/>
                </a:solidFill>
              </a:rPr>
              <a:t>Join us at HarvestFlow; let’s change the way America eats fresh produce, supporting local farmers and fostering food transparency for healthier communities.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