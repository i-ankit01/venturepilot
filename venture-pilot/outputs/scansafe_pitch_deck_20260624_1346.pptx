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Welcome! Today I'm excited to introduce you to ScanSafe, an innovative app designed to empower individuals in making informed food choices by evaluating safety guidelines via QR code scanning.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We've all felt that anxiety when faced with food safety concerns. But what if accessing accurate information was as easy as scanning a code? Let’s explore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ScanSafe, you have the power to know what you're eating. Instant evaluations and real-time alerts transform the way you interact with your food.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walk you through how effortlessly you can assess your food safety with ScanSafe. This is a tool designed with you in mind — simple, effective, and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food safety market is ripe for disruption. With significant projected growth and a consumer base increasingly seeking transparency, ScanSafe is strategically positioned to lead the 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freemium model allows us to build a user base while gradually converting free users to premium plans. While our LTV:CAC ratio needs improvement, that's an area we'll actively work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traction reflects strong interest and initial validation of our concept. This is a promising start, and we have clear milestones to keep the momentum 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our competitors have strong offerings, they lack the consumer-centric features that ScanSafe provides. Our focus on AI and straightforward usability positions us advantageously.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growth strategy is community-focused and engagement-driven. By building strong connections from the ground up, we anticipate substantial organic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member of our team is passionate about our mission. Together, we bring a unique blend of expertise essential for navigating this challenging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financial snapshot provides insight into our growth potential and the adjustments we must make to improve our economics. We are intentionally keeping a tight control on costs to ensure feasibility.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Despite not actively seeking investment at this time, I invite you to join us on this journey. Together, we can revolutionize the way consumers experience food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ScanSafe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9E0B"/>
                </a:solidFill>
              </a:rPr>
              <a:t>Your food's safety 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2E8F0"/>
                </a:solidFill>
              </a:rPr>
              <a:t>Introducing ScanSafe — your personal food safety assistant! With our app, simply scan a product's QR code and get instant insights about its safety and consumption guidelines, making informed choices easier than ever. Enjoy what you eat — safely!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Health-conscious consumers lack reliable food safety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2704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Limited access to real-time food safety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65% of consumers feel overwhelmed by food safety guidelines and recall news. — Nielsen 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00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Difficulty in understanding food labels and guidelines.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Survey shows 70% struggle with label complexity and terminology. — Food Insight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7296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Concerns over contamination risk lead to food anxiety.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107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40% of consumers report avoiding certain foods due to safety concerns. — FDA 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577840"/>
            <a:ext cx="1152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F172A"/>
                </a:solidFill>
              </a:rPr>
              <a:t>Every health-conscious individual deserves to enjoy their meals without fear or uncertainty. ScanSafe is here to make that a reality.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ScanSafe: Instant AI-driven evaluations with a scan.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2704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Real-time access to food safety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Users scan QR codes to receive instant insights about food safety.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00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Simplified guidance on food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Tailored advice helps demystify safety standards and usage.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7296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Real-time alerts for recalls and safety issues.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107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Stay informed with notifications whenever products become unsafe.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577840"/>
            <a:ext cx="1152144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FFFFF"/>
                </a:solidFill>
              </a:rPr>
              <a:t>You scan a product's QR code and instantly unlock critical safety insights — all tailored just for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An intuitive app designed for food safety.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760720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Scan product QR codes for instant safety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576072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AI-powered evaluations provide personalized insights.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91840"/>
            <a:ext cx="5760720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Get alerts on food recalls specific to your scans.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291840"/>
            <a:ext cx="576072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2900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Access a database of international safety standards for reference.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486400"/>
            <a:ext cx="1152144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5778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2E8F0"/>
                </a:solidFill>
              </a:rPr>
              <a:t>Demo Flow  →  Step 1: Open the app and scan a food product's QR code. → Step 2: View immediate AI-generated safety analysis and guidelines. → Step 3: Receive notifications of any recalls or safety concerns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A $44.06B food safety market by 2032.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566160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270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The global food safety testing market is valued at $24.24 billion — growing at a 7.85% CAGR to reach $44.06 billion by 2032.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417320"/>
            <a:ext cx="35661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5270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Our target serviceable market includes health-conscious individuals aged 18-40 in urban areas, approximating a multi-billion opportunity.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417320"/>
            <a:ext cx="3566160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5270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Year 1 target to capture 0.5% of SAM, valuing nearly $50 million.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Market Tailwinds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2452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Increased demand for transparency in food sourcing.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00016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90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Integration of AI into food safety tech for enhanced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17550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6577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Rise in health standards fuels investments in safety technologies.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A scalable freemium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ScanSafe operates on a freemium model: offering essential features for free while providing a Pro subscription for advanced functionalities.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48840"/>
            <a:ext cx="3657600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Free — basic database access &amp; limited scans.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148840"/>
            <a:ext cx="3657600" cy="2377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2860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 $9.99/month — unlimited scans + personalized guidelines + recall alerts.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709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Unit Economics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074920"/>
            <a:ext cx="365760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ARPU: $9.99/month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5074920"/>
            <a:ext cx="365760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LTV:CAC: 0.2:1 (to be improved)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5074920"/>
            <a:ext cx="365760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Payback Period: 50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Early momentum with a growing waitlist.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2704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Beta signups reached 250 in just 4 weeks.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We've seen this rapid growth from targeted community engagement.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00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Positive feedback from users eager for more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Surveys show over 80% want to upgrade to Premium after trying the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7296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Partnership discussions with local health organizations.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107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These partnerships validate our approach and increase our credibility.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754880"/>
            <a:ext cx="1152144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""ScanSafe has given me the peace of mind I needed to enjoy my meals. This is a game-changer!" — Maya, early user"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989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Next Milestones: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989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Achieve 100 active free users by Month 6.  ·  Define and refine our MVP by Month 3.  ·  Establish marketing channels and user engagement strategies.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ScanSafe stands alone in consumer-focus.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286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Competitor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WhatsApp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Auto-Remind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Freelancer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₹ Affordable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74520"/>
            <a:ext cx="22860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874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FoodDocs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548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377440"/>
            <a:ext cx="2286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SafetyChain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548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880360"/>
            <a:ext cx="22860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28803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MediEats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812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5548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383280"/>
            <a:ext cx="228600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33832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✦ 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338328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0604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43400" y="338328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4340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338328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076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18120" y="338328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1812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55480" y="338328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5548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114800"/>
            <a:ext cx="1152144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1879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Our Moat:  AI-driven personalized insights directly through QR codes build a defensible position focused on consumer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Engagement-driven growth strategy.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1 · 0→100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374903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74520"/>
            <a:ext cx="356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Build user base through localized community outreach and free beta access: Engage with urban health-focused communities directly.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3749039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2 · 100→1K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783080"/>
            <a:ext cx="374903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874520"/>
            <a:ext cx="356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Expand the user base to 1K through content marketing and referrals driven by user stories of success.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8" y="1417320"/>
            <a:ext cx="374903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8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 · 1K→10K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8" y="1783080"/>
            <a:ext cx="374903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8" y="1874520"/>
            <a:ext cx="356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Scale to 10K+ users leveraging partnerships with health organizations and strategic social media campaigns.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Primary Channels: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5720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Social Media Marketing  ·  Community Events &amp; Engagement  ·  Content Marketing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120640"/>
            <a:ext cx="1152144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93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⭐  Percentage of scanned products deemed safe and chosen for consumption — a testament to user trust.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A team with lived experience in food safety.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155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Driven by personal experiences with food safety, our team combines expertise in AI technology and nutrition. We’re not just building a product; we are on a mission to empower consumers.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429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Key Hires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931920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8404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Product Designer (Mobile UX specialization)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4074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3159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Marketing Manager (Community Engagement Focus)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882896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79145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Data Analyst (Consumer Insights and Behavior)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577840"/>
            <a:ext cx="11521440" cy="868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Advisors / Supporters:  We are seeking advisors in the health tech and food safety sectors to further bolster our credibility and insights.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Projected ARR of $7.19K by month 12 with a path to profitability.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$7,190 ARR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ARR · Month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1417320"/>
            <a:ext cx="2743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80 paid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Paying Users · M12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141732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0.2:1 LTV:CAC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624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LTV : CAC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3416" y="1417320"/>
            <a:ext cx="2743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Month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Break-Even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53512"/>
            <a:ext cx="27432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$798 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MRR · Month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27832" y="2953512"/>
            <a:ext cx="274320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7832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80% gross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7832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Gross Margin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35624" y="2953512"/>
            <a:ext cx="27432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5624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 months runway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4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Runway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2953512"/>
            <a:ext cx="274320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3416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N/A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Raising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3891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While our current LTV:CAC ratio needs improvement, we project consistent user growth of 20% monthly post-MVP rollout. By continuously evolving our monetization strategies, we aim for profitability by the end of Year 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12080"/>
            <a:ext cx="11521440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285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Assumptions:  5% conversion from free-to-paid users  ·  5% monthly churn rate  ·  $1000 CAC through grassroots marketing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Join us in transforming food safety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</a:rPr>
              <a:t>N/A - bootstrapped and self-funded.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N/A - operational expenses covered through initial capital.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8" y="1828800"/>
            <a:ext cx="27432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N/A - focus on organic growth.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91656" y="182880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N/A - no funding currently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36024" y="1828800"/>
            <a:ext cx="27432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7464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N/A - striving for sustainable growth.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Milestones This Unlocks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Build MVP by Month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4340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Achieve 100 active users by Month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060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Establish credibility with initial partnerships.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03520"/>
            <a:ext cx="11521440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</a:rPr>
              <a:t>The global food safety market is projected at $44 billion by 2032, and together, we can lead the charge towards making food choices safer for everyone. Let’s empower consumers to eat well without fear.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